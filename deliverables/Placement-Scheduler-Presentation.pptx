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df421a813445b6" /><Relationship Type="http://schemas.openxmlformats.org/officeDocument/2006/relationships/extended-properties" Target="/docProps/app.xml" Id="Rd0be4c23ecc24aa4" /><Relationship Type="http://schemas.openxmlformats.org/officeDocument/2006/relationships/officeDocument" Target="/ppt/presentation.xml" Id="Rdc99d954ae4041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a2537df21f4b5a"/>
  </p:sldMasterIdLst>
  <p:notesMasterIdLst>
    <p:notesMasterId xmlns:r="http://schemas.openxmlformats.org/officeDocument/2006/relationships" r:id="R5be60728eac44ec4"/>
  </p:notesMasterIdLst>
  <p:sldIdLst>
    <p:sldId xmlns:r="http://schemas.openxmlformats.org/officeDocument/2006/relationships" id="256" r:id="R2fc4989613ae4d36"/>
    <p:sldId xmlns:r="http://schemas.openxmlformats.org/officeDocument/2006/relationships" id="257" r:id="R0c3cec36b62e49c6"/>
    <p:sldId xmlns:r="http://schemas.openxmlformats.org/officeDocument/2006/relationships" id="258" r:id="Ra34da2092ccf472e"/>
    <p:sldId xmlns:r="http://schemas.openxmlformats.org/officeDocument/2006/relationships" id="259" r:id="R11e9277440ec4c1f"/>
    <p:sldId xmlns:r="http://schemas.openxmlformats.org/officeDocument/2006/relationships" id="260" r:id="Rf4608f74cba041f8"/>
    <p:sldId xmlns:r="http://schemas.openxmlformats.org/officeDocument/2006/relationships" id="261" r:id="R48910879811a4f52"/>
    <p:sldId xmlns:r="http://schemas.openxmlformats.org/officeDocument/2006/relationships" id="262" r:id="Rd92fdb13990d4fc7"/>
    <p:sldId xmlns:r="http://schemas.openxmlformats.org/officeDocument/2006/relationships" id="263" r:id="Rbd03fa5c82164e17"/>
    <p:sldId xmlns:r="http://schemas.openxmlformats.org/officeDocument/2006/relationships" id="264" r:id="R7bf41333565e4b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d34cd89f2c4aec" /><Relationship Type="http://schemas.openxmlformats.org/officeDocument/2006/relationships/slideMaster" Target="/ppt/slideMasters/slideMaster1.xml" Id="R74a2537df21f4b5a" /><Relationship Type="http://schemas.openxmlformats.org/officeDocument/2006/relationships/notesMaster" Target="/ppt/notesMasters/notesMaster1.xml" Id="R5be60728eac44ec4" /><Relationship Type="http://schemas.openxmlformats.org/officeDocument/2006/relationships/presProps" Target="/ppt/presProps.xml" Id="R3756d6b85e614170" /><Relationship Type="http://schemas.openxmlformats.org/officeDocument/2006/relationships/tableStyles" Target="/ppt/tableStyles.xml" Id="R90c9291fdc3149c4" /><Relationship Type="http://schemas.openxmlformats.org/officeDocument/2006/relationships/slide" Target="/ppt/slides/slide1.xml" Id="R2fc4989613ae4d36" /><Relationship Type="http://schemas.openxmlformats.org/officeDocument/2006/relationships/slide" Target="/ppt/slides/slide2.xml" Id="R0c3cec36b62e49c6" /><Relationship Type="http://schemas.openxmlformats.org/officeDocument/2006/relationships/slide" Target="/ppt/slides/slide3.xml" Id="Ra34da2092ccf472e" /><Relationship Type="http://schemas.openxmlformats.org/officeDocument/2006/relationships/slide" Target="/ppt/slides/slide4.xml" Id="R11e9277440ec4c1f" /><Relationship Type="http://schemas.openxmlformats.org/officeDocument/2006/relationships/slide" Target="/ppt/slides/slide5.xml" Id="Rf4608f74cba041f8" /><Relationship Type="http://schemas.openxmlformats.org/officeDocument/2006/relationships/slide" Target="/ppt/slides/slide6.xml" Id="R48910879811a4f52" /><Relationship Type="http://schemas.openxmlformats.org/officeDocument/2006/relationships/slide" Target="/ppt/slides/slide7.xml" Id="Rd92fdb13990d4fc7" /><Relationship Type="http://schemas.openxmlformats.org/officeDocument/2006/relationships/slide" Target="/ppt/slides/slide8.xml" Id="Rbd03fa5c82164e17" /><Relationship Type="http://schemas.openxmlformats.org/officeDocument/2006/relationships/slide" Target="/ppt/slides/slide9.xml" Id="R7bf41333565e4b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2f3d6ed18f44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4650e596b24f86" /><Relationship Type="http://schemas.openxmlformats.org/officeDocument/2006/relationships/notesMaster" Target="/ppt/notesMasters/notesMaster1.xml" Id="Ra740a661b60a42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46b4aadd5945b7" /><Relationship Type="http://schemas.openxmlformats.org/officeDocument/2006/relationships/notesMaster" Target="/ppt/notesMasters/notesMaster1.xml" Id="Re7bf8060cdc744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a2275adcc349f9" /><Relationship Type="http://schemas.openxmlformats.org/officeDocument/2006/relationships/notesMaster" Target="/ppt/notesMasters/notesMaster1.xml" Id="Rc2f18180999b42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a364c1dd5c4976" /><Relationship Type="http://schemas.openxmlformats.org/officeDocument/2006/relationships/notesMaster" Target="/ppt/notesMasters/notesMaster1.xml" Id="Re57a88787ada4d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fd471d581b4a4d" /><Relationship Type="http://schemas.openxmlformats.org/officeDocument/2006/relationships/notesMaster" Target="/ppt/notesMasters/notesMaster1.xml" Id="Rfde4be56c96148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aaeb1ce873477b" /><Relationship Type="http://schemas.openxmlformats.org/officeDocument/2006/relationships/notesMaster" Target="/ppt/notesMasters/notesMaster1.xml" Id="R1912d5026b3d47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df0ea4cd064e44" /><Relationship Type="http://schemas.openxmlformats.org/officeDocument/2006/relationships/notesMaster" Target="/ppt/notesMasters/notesMaster1.xml" Id="Re2f125383cde42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c3cbe22ba0f45a2" /><Relationship Type="http://schemas.openxmlformats.org/officeDocument/2006/relationships/notesMaster" Target="/ppt/notesMasters/notesMaster1.xml" Id="Rcc6c9f3558c64a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35121b47c547c6" /><Relationship Type="http://schemas.openxmlformats.org/officeDocument/2006/relationships/notesMaster" Target="/ppt/notesMasters/notesMaster1.xml" Id="R6943339f7a2e43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repository source code and README in C:/Users/abhid/Desktop/placement-scheduler.</a:t>
            </a:r>
          </a:p>
          <a:p xmlns:a="http://schemas.openxmlformats.org/drawingml/2006/main">
            <a:r>
              <a:t>- Screenshots captured from the local running Placement Scheduler app.</a:t>
            </a:r>
          </a:p>
          <a:p xmlns:a="http://schemas.openxmlformats.org/drawingml/2006/main">
            <a:r>
              <a:t>- Live deployment: https://placement-scheduler-two.vercel.app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repository source code and README in C:/Users/abhid/Desktop/placement-scheduler.</a:t>
            </a:r>
          </a:p>
          <a:p xmlns:a="http://schemas.openxmlformats.org/drawingml/2006/main">
            <a:r>
              <a:t>- Screenshots captured from the local running Placement Scheduler app.</a:t>
            </a:r>
          </a:p>
          <a:p xmlns:a="http://schemas.openxmlformats.org/drawingml/2006/main">
            <a:r>
              <a:t>- Live deployment: https://placement-scheduler-two.vercel.app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repository source code and README in C:/Users/abhid/Desktop/placement-scheduler.</a:t>
            </a:r>
          </a:p>
          <a:p xmlns:a="http://schemas.openxmlformats.org/drawingml/2006/main">
            <a:r>
              <a:t>- Screenshots captured from the local running Placement Scheduler app.</a:t>
            </a:r>
          </a:p>
          <a:p xmlns:a="http://schemas.openxmlformats.org/drawingml/2006/main">
            <a:r>
              <a:t>- Live deployment: https://placement-scheduler-two.vercel.app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repository source code and README in C:/Users/abhid/Desktop/placement-scheduler.</a:t>
            </a:r>
          </a:p>
          <a:p xmlns:a="http://schemas.openxmlformats.org/drawingml/2006/main">
            <a:r>
              <a:t>- Screenshots captured from the local running Placement Scheduler app.</a:t>
            </a:r>
          </a:p>
          <a:p xmlns:a="http://schemas.openxmlformats.org/drawingml/2006/main">
            <a:r>
              <a:t>- Live deployment: https://placement-scheduler-two.vercel.app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repository source code and README in C:/Users/abhid/Desktop/placement-scheduler.</a:t>
            </a:r>
          </a:p>
          <a:p xmlns:a="http://schemas.openxmlformats.org/drawingml/2006/main">
            <a:r>
              <a:t>- Screenshots captured from the local running Placement Scheduler app.</a:t>
            </a:r>
          </a:p>
          <a:p xmlns:a="http://schemas.openxmlformats.org/drawingml/2006/main">
            <a:r>
              <a:t>- Live deployment: https://placement-scheduler-two.vercel.app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repository source code and README in C:/Users/abhid/Desktop/placement-scheduler.</a:t>
            </a:r>
          </a:p>
          <a:p xmlns:a="http://schemas.openxmlformats.org/drawingml/2006/main">
            <a:r>
              <a:t>- Screenshots captured from the local running Placement Scheduler app.</a:t>
            </a:r>
          </a:p>
          <a:p xmlns:a="http://schemas.openxmlformats.org/drawingml/2006/main">
            <a:r>
              <a:t>- Live deployment: https://placement-scheduler-two.vercel.app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repository source code and README in C:/Users/abhid/Desktop/placement-scheduler.</a:t>
            </a:r>
          </a:p>
          <a:p xmlns:a="http://schemas.openxmlformats.org/drawingml/2006/main">
            <a:r>
              <a:t>- Screenshots captured from the local running Placement Scheduler app.</a:t>
            </a:r>
          </a:p>
          <a:p xmlns:a="http://schemas.openxmlformats.org/drawingml/2006/main">
            <a:r>
              <a:t>- Live deployment: https://placement-scheduler-two.vercel.app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repository source code and README in C:/Users/abhid/Desktop/placement-scheduler.</a:t>
            </a:r>
          </a:p>
          <a:p xmlns:a="http://schemas.openxmlformats.org/drawingml/2006/main">
            <a:r>
              <a:t>- Screenshots captured from the local running Placement Scheduler app.</a:t>
            </a:r>
          </a:p>
          <a:p xmlns:a="http://schemas.openxmlformats.org/drawingml/2006/main">
            <a:r>
              <a:t>- Live deployment: https://placement-scheduler-two.vercel.app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repository source code and README in C:/Users/abhid/Desktop/placement-scheduler.</a:t>
            </a:r>
          </a:p>
          <a:p xmlns:a="http://schemas.openxmlformats.org/drawingml/2006/main">
            <a:r>
              <a:t>- Screenshots captured from the local running Placement Scheduler app.</a:t>
            </a:r>
          </a:p>
          <a:p xmlns:a="http://schemas.openxmlformats.org/drawingml/2006/main">
            <a:r>
              <a:t>- Live deployment: https://placement-scheduler-two.vercel.app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ecab6f4ec34e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eeb3d480124589" /><Relationship Type="http://schemas.openxmlformats.org/officeDocument/2006/relationships/slideLayout" Target="/ppt/slideLayouts/slideLayout1.xml" Id="Rec760fc7bb5e49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760fc7bb5e49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f8b17bbbe5480b" /><Relationship Type="http://schemas.openxmlformats.org/officeDocument/2006/relationships/notesSlide" Target="/ppt/notesSlides/notesSlide1.xml" Id="Rd3e3540e51db48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e1934eea724f11" /><Relationship Type="http://schemas.openxmlformats.org/officeDocument/2006/relationships/notesSlide" Target="/ppt/notesSlides/notesSlide2.xml" Id="R4c6ffe3b574d4f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38fa220754c6d" /><Relationship Type="http://schemas.openxmlformats.org/officeDocument/2006/relationships/image" Target="/ppt/media/image.jpeg" Id="R98f8b455d38743b6" /><Relationship Type="http://schemas.openxmlformats.org/officeDocument/2006/relationships/notesSlide" Target="/ppt/notesSlides/notesSlide3.xml" Id="R1f5923d1f7534c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cc947bfce4d0e" /><Relationship Type="http://schemas.openxmlformats.org/officeDocument/2006/relationships/notesSlide" Target="/ppt/notesSlides/notesSlide4.xml" Id="R7382f3d928ec4d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5d0206f2b4df2" /><Relationship Type="http://schemas.openxmlformats.org/officeDocument/2006/relationships/notesSlide" Target="/ppt/notesSlides/notesSlide5.xml" Id="Rd723d4a7c12549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bcfd774aaa4c39" /><Relationship Type="http://schemas.openxmlformats.org/officeDocument/2006/relationships/notesSlide" Target="/ppt/notesSlides/notesSlide6.xml" Id="R774ac74ca47b43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2bca13cd44b20" /><Relationship Type="http://schemas.openxmlformats.org/officeDocument/2006/relationships/image" Target="/ppt/media/image2.jpeg" Id="R8e25791c9e2d4521" /><Relationship Type="http://schemas.openxmlformats.org/officeDocument/2006/relationships/notesSlide" Target="/ppt/notesSlides/notesSlide7.xml" Id="R69af234d697943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d4c3fa9674c97" /><Relationship Type="http://schemas.openxmlformats.org/officeDocument/2006/relationships/notesSlide" Target="/ppt/notesSlides/notesSlide8.xml" Id="R5600a907f7db40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2cf0def744fba" /><Relationship Type="http://schemas.openxmlformats.org/officeDocument/2006/relationships/notesSlide" Target="/ppt/notesSlides/notesSlide9.xml" Id="R8039337a1ae549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76C887-C187-4ABD-AFEB-71FAE418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PLACEMENT SCHEDULER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33F58-8337-4384-A2BD-B587DE86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429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Real-time interview scheduling and replanning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5995B5-2C3D-435D-8DF6-E4B85749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2"/>
                </a:solidFill>
              </a:defRPr>
            </a:pPr>
            <a:r>
              <a:rPr sz="1800" b="0">
                <a:solidFill>
                  <a:srgbClr val="5B6472"/>
                </a:solidFill>
              </a:rPr>
              <a:t>A Go + React system for scheduling 800 students, 35 companies, and 20 rooms during a four-day placement week.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4ACE42-7F93-4817-A72B-05D89D6E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914400"/>
            <a:ext cx="3143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A3FEA-2660-4684-A93B-B060A0FC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811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Live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141F04-2D32-4C31-986F-CDA96D44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05000"/>
            <a:ext cx="228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63EB"/>
                </a:solidFill>
              </a:defRPr>
            </a:pPr>
            <a:r>
              <a:rPr sz="1500" b="0">
                <a:solidFill>
                  <a:srgbClr val="2563EB"/>
                </a:solidFill>
              </a:rPr>
              <a:t>https://placement-scheduler-two.vercel.app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7C1ACD-D198-4DB8-94EC-6142A042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Assessment focus: algorithm design, backend API design, frontend workflow, and deployment.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E2184E-9DBA-4D6A-A6B9-CB395D6A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8434D9-92D0-45C3-B38E-3A35879B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Placement Scheduler | Internship Skill Assessment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03AB90-3C8B-4E0C-BEDC-2B6287A3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3613547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8471B6-3B64-4220-B9D0-4D70FE98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The placement week problem is a live constraint puzzle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5E7BA6-C2FB-4F8D-A139-5CAE27BF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240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3C0A18-F952-4595-9AB7-A2C22E3B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24000"/>
            <a:ext cx="7486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Students appear on overlapping shortlists and cannot be double-booked.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67A47-4F41-4912-A3A7-372C50F3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46742-4961-4877-95ED-D83E86D0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47900"/>
            <a:ext cx="7486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Companies bring different numbers of panels, durations, and priority tiers.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A1CED8-ACA4-42D2-990F-93222CB7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7C270C-FDD7-4AE3-AE17-95787257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71800"/>
            <a:ext cx="7486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Only 20 rooms are available, and a panel should not keep moving rooms.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9083C2-A396-4EB1-B92C-5F516903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588217-9C60-4D56-A75B-CDCDB095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95700"/>
            <a:ext cx="7486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Real disruptions need scoped replanning, not manual spreadsheet recovery.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87BD79-7FFF-4CE0-B39A-0736CFDB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19250"/>
            <a:ext cx="2286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754A4F-1944-4F7B-B8EF-8D579C11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526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Design goal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F895DA-E2A5-42ED-A7D4-34F63F17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76500"/>
            <a:ext cx="1619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Produce a defensible schedule, explain every gap, and recover from change without losing invariants.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9C7621-A5A7-4E15-A8F5-FB9FDF2A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0D5016-7EBA-47EE-A58F-4A86B4B7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Placement Scheduler | Internship Skill Assessment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83226F-62A2-41F8-9024-4417891F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56292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EE8942-617F-4D01-8043-D17F27EA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The dashboard turns the backend state into an operator workflow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f8b455d38743b6"/>
          <a:srcRect xmlns:a="http://schemas.openxmlformats.org/drawingml/2006/main" l="107" t="0" r="1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257300"/>
            <a:ext cx="7810500" cy="44005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4E8959-86E5-4B5B-9DA6-D4D5EF46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716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F894A5-B224-43A4-AD9C-755DEE09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571625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Top metrics separate original capacity gaps from disruption-created gaps.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DB47F-2816-478A-8CCF-C58821F8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907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A802B9-5447-4069-AAEE-A5F74E6A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90775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The action console supports all four disruption types.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9F3D5D-B8F6-4FDA-8BEE-4654CBF6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099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991250-CBCE-49D2-A29E-48E331D5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09925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Undo is surfaced as a first-class safety control.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475809-6BC0-4752-9AEB-793D6FAC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DF2DFF-5F8C-4E83-B1E2-8BE5C363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Placement Scheduler | Internship Skill Assessment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70D3A5-30FB-4B06-AF80-0D2FB318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473760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7C413B-EA5B-4BF1-B4A2-57D7597B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The generator creates realistic pressure before scheduling begins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BAAF53-E448-41A6-8FDD-76B6E44D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2333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7665EE-647C-4205-913E-A44F0D97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8117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63EB"/>
                </a:solidFill>
              </a:defRPr>
            </a:pPr>
            <a:r>
              <a:rPr sz="2850" b="1">
                <a:solidFill>
                  <a:srgbClr val="2563EB"/>
                </a:solidFill>
              </a:rPr>
              <a:t>800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D942CD-B215-45B7-A574-5F09BBA8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574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Students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A10360-FB24-4980-B646-BEBCE010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571625"/>
            <a:ext cx="2333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77AE9F-7D57-49DC-BB09-101CDD9D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78117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59669"/>
                </a:solidFill>
              </a:defRPr>
            </a:pPr>
            <a:r>
              <a:rPr sz="2850" b="1">
                <a:solidFill>
                  <a:srgbClr val="059669"/>
                </a:solidFill>
              </a:rPr>
              <a:t>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5323C7-C2C1-4C17-8BD5-F13013B2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574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Companies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2BEAE0-F4DE-4A67-824D-333B01F2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71625"/>
            <a:ext cx="2333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13B6A5-5826-46FB-A4F4-D213C3F1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8117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97706"/>
                </a:solidFill>
              </a:defRPr>
            </a:pPr>
            <a:r>
              <a:rPr sz="2850" b="1">
                <a:solidFill>
                  <a:srgbClr val="D97706"/>
                </a:solidFill>
              </a:rPr>
              <a:t>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89D0B8-39AC-499D-987C-2106A641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574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Rooms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AFCF51-A3E3-4089-B6A1-8A5C18CE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571625"/>
            <a:ext cx="2333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30520A-38AF-4F34-8295-F7447576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78117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C2626"/>
                </a:solidFill>
              </a:defRPr>
            </a:pPr>
            <a:r>
              <a:rPr sz="2850" b="1">
                <a:solidFill>
                  <a:srgbClr val="DC2626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6EED76-2F60-4702-B01F-AFAB9002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574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Days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9365F3-23E1-4284-9519-6A828F4A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861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321A08-DB0A-4659-AAE4-0A7E1186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86125"/>
            <a:ext cx="901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Mass recruiters shortlist high volume with short interviews.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30A8CE-C82A-4B7E-97B6-E621B92A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814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32212D-8249-4BFC-AE8F-EED4A574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81425"/>
            <a:ext cx="901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Mid-tier companies create the Day 2 capacity crunch.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1452D3-1DBF-41A0-B4F8-E2A25B3E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767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98A6E3-78F6-49F2-A2ED-8C614999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76725"/>
            <a:ext cx="901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Niche companies use higher CGPA cutoffs and longer interviews.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1D5935-2E0C-41DC-86D2-B21A2EB0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720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99F82D-6626-4C7F-854C-00587B66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72025"/>
            <a:ext cx="901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A fixed seed plus sorted iteration makes demos reproducible.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10B100-50D0-4757-A998-7D5A9288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D8BB12-85A7-40FF-973C-7D4BB9B7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Placement Scheduler | Internship Skill Assessment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2A67F9-B544-47A9-9850-42815330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5972220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7233FB-527F-4EDD-91D5-F9564987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Scheduling uses an event-driven heap instead of fixed slots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F31270-7375-4816-9692-78D49F97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1600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F3B9F4-000F-4694-B43C-508723FD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145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23385B-5272-49EC-B1A0-AAE0CBA6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52650"/>
            <a:ext cx="838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Build waves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A80DC1-DF73-4420-97B0-830F9707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266950"/>
            <a:ext cx="4191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7AC840-D636-4243-8489-DD2A9F8D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952625"/>
            <a:ext cx="1600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049B33-2733-43D2-B955-DA60440A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145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899025-6B82-4294-A148-C58A7353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52650"/>
            <a:ext cx="838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Admit panels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E1011A-DF2B-468F-9ECF-CAFAFED4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66950"/>
            <a:ext cx="4191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54B5AE-4754-4AE4-9355-1525E3CB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952625"/>
            <a:ext cx="1600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1442A6-0743-40EC-8E22-38E4B7BF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145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A7564E-ECC3-4ADE-83E1-3A5D920F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152650"/>
            <a:ext cx="838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Pop earliest panel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FBC3F9-0B51-4731-A5CC-D44FC0AD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66950"/>
            <a:ext cx="4191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44FA42-E6E0-4176-9239-30F01C0F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52625"/>
            <a:ext cx="1600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098F54-03AA-454A-955C-D8E7E46E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145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4ACDDF-B424-4A95-98C6-3286CB3C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52650"/>
            <a:ext cx="838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Match student + room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358D88-3E48-4F13-8B9D-FC9B92BA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66950"/>
            <a:ext cx="4191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79F445-B399-42B5-992E-FABE43EE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52625"/>
            <a:ext cx="1600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73D643-B60F-4DE6-BE43-52FE7F55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1145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1B5B55-1E29-4819-8694-102B2726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152650"/>
            <a:ext cx="838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Push panel back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3C2F1B-57E8-4111-AB7E-E799DD0B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D3FE7E-DD47-4DF5-BCF0-2454AB0B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05250"/>
            <a:ext cx="853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The min-heap naturally handles panels becoming free at different times.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FB46EC-0C4A-4115-AEF1-516B96B7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005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C74F83-3402-4A5A-9DFA-75E858A7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00550"/>
            <a:ext cx="853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Busy maps prevent student and room conflicts across waves.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896D40-CCAF-4C83-8DDB-3DD1C105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95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0F6744-586D-4E52-A7BE-92B8BD41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95850"/>
            <a:ext cx="853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Panel-room stickiness is enforced by reusing the first room assigned to a panel.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6E330D-37B5-4B7F-AD93-30C391E8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8E5F35-CBC4-4DF4-96B2-B66522A2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Placement Scheduler | Internship Skill Assessment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7316FF-6803-44D2-9565-F28F214E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152936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778B9E-F184-4318-8EAA-5A7F6BB3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Replanning is scoped, reversible, and explicit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4D73C6-FD80-4D2A-9717-0BCF9CF4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1028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6857F-C475-4346-9641-E8CD6307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Student dropout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AB31E2-8D30-46E1-B581-CB99218E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621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Cancel one interview and compact that panel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A79951-0C3B-4721-A11E-C34ACFCB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1028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FDA0B1-126C-460C-BFA2-A8F05398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384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Panel dropout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5984B7-AF26-46F6-9086-4592951D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384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Move future interviews to surviving panels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A6E64D-8222-4F4E-976B-9CB713C2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1028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D903BA-E124-4094-8169-97A1EFD9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147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Late company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12EE84-A5BD-4707-AEF6-291EAC9E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14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Re-run company matching from delayed arrival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EB7B0A-1EF1-4F57-8A43-9F9F522A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1028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347398-2FCA-4B57-96DB-C11F47CA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Room unavailable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3585BA-A324-46CE-86E1-79D0649C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910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Find replacement rooms per affected panel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2E6897-025D-4AC1-928C-243DE453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86375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2"/>
                </a:solidFill>
              </a:defRPr>
            </a:pPr>
            <a:r>
              <a:rPr sz="1725" b="0">
                <a:solidFill>
                  <a:srgbClr val="5B6472"/>
                </a:solidFill>
              </a:rPr>
              <a:t>Every disruption returns a Diff: before slot, after slot, notification targets, and before/after summaries.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163662-DA34-4691-9002-20F3E62B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6CF09C-C137-41A0-8F27-B4C29EFA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Placement Scheduler | Internship Skill Assessment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AF8DDE-DE95-4A6C-995C-5D619701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60405295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1402CC-32C4-44B9-B462-603495A9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The diff view explains the blast radius immediately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25791c9e2d4521"/>
          <a:srcRect xmlns:a="http://schemas.openxmlformats.org/drawingml/2006/main" l="1020" t="0" r="10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257300"/>
            <a:ext cx="7667625" cy="44005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90AD5-CE49-4F9F-BAAF-DF682093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192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58D37-3930-44A5-9F55-3118BE33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619250"/>
            <a:ext cx="2390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The cancelled student is shown as unscheduled.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6557DA-8753-4690-A87B-50B9D407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955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5F938D-7A9C-43A5-ADB6-21FCBD36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95550"/>
            <a:ext cx="2390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Later interviews shift earlier on the same panel.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611731-057E-4EC8-BE42-F63B6A42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71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6F1719-E712-44D8-AA9A-C795B18E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71850"/>
            <a:ext cx="2390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The activity line summarizes the exact number of affected interviews.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60D01-0BD8-4E46-9F69-40D90CFA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94625E-29BC-4B9E-9F7B-952E4040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Placement Scheduler | Internship Skill Assessment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0CF6AB-8484-4862-8127-45E1F854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69177668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4BFAEB-2EF7-45D5-ADE7-5F218001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The deployed architecture keeps one logic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8F3866-F6E3-4A3F-99C2-B445F32E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2476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7B84DA-5CA2-425B-8F55-22643C0D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383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React + Vite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B56B2-63CC-4EBE-A8ED-A2DD40C3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14500"/>
            <a:ext cx="2476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CA85D6-B5B2-4832-ABC1-4FEED638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383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59669"/>
                </a:solidFill>
              </a:defRPr>
            </a:pPr>
            <a:r>
              <a:rPr sz="1875" b="1">
                <a:solidFill>
                  <a:srgbClr val="059669"/>
                </a:solidFill>
              </a:rPr>
              <a:t>Go 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91DF2-FF99-4229-AA37-42DC1753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14500"/>
            <a:ext cx="2476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99B77A-D983-46A8-9873-F5A3B3E2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431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7706"/>
                </a:solidFill>
              </a:defRPr>
            </a:pPr>
            <a:r>
              <a:rPr sz="1875" b="1">
                <a:solidFill>
                  <a:srgbClr val="D97706"/>
                </a:solidFill>
              </a:rPr>
              <a:t>Scheduler packages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74E602-60FE-483D-9639-3D208C36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000250"/>
            <a:ext cx="7239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D09FDE-FE9B-4CB1-ACB2-64290FFC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000250"/>
            <a:ext cx="7239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12EFFE-DE77-433A-AA20-761D3235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F34B32-323B-41E5-9576-298A0E20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147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Local development uses `go run ./backend/cmd/server` and Vite.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D109C2-2AF1-4016-BFD8-35EAC2CE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0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DE33AF-A152-46F4-8E64-24EADC24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100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Production uses `api/index.go` as a Vercel Go serverless function.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4E8AF8-B94B-4CC9-B720-6BC6CB5A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053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90BA9-3187-46C6-80F6-5305283B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053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`pkg/bootstrap` initializes the same generated data and schedule for both paths.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B6EFB3-200B-4419-A115-815BF069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559C32-3FC8-4FFC-B304-C4C09829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Placement Scheduler | Internship Skill Assessment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9C53F9-D1D2-4037-9D94-DA1BEBA7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9941192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222E5A-887C-4CD0-9F0F-10DA5DEA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What this demonstrates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BB0B17-F156-4117-B507-64A2B0CC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B70C51-503A-45CE-9B25-43F6D0C6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809750"/>
            <a:ext cx="824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Algorithmic reasoning under realistic constraints.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93BF48-AC0B-4B8B-B987-AA406D63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59C3E2-4E4F-43F9-A91C-C60CEE2A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38400"/>
            <a:ext cx="824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Clean separation between generated input, mutable schedule state, API, and UI.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0B9989-0C16-44CB-AEEA-922AC272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67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D45DC2-1EB9-42A7-B03D-B8C67C07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67050"/>
            <a:ext cx="824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Operational UX: act, review, inspect, undo.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9027D9-DBC3-4C3B-A15C-AC7E4C10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57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3C5F83-FCBA-4DD0-ACA4-28580640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95700"/>
            <a:ext cx="824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End-to-end delivery: tests, README, screenshots, GitHub, and live Vercel deployment.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A6ABC0-771C-469B-8085-A210022F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Live demo: placement-scheduler-two.vercel.app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8B928A-B634-48DB-8475-3928A92A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EF82E7-9888-4D51-BB3A-547E1E77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Placement Scheduler | Internship Skill Assessment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4502E7-7D4F-474F-AACF-8F3DE720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3597602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2026-08-25T17:14:10.1660000Z</dcterms:created>
  <dcterms:modified xsi:type="dcterms:W3CDTF">2026-08-25T17:14:10.1660000Z</dcterms:modified>
</coreProperties>
</file>